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2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3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4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5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6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7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8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9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10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11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12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13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14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WPS automation briefing - section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 fixture: navigate, insert slides, save and present.</a:t>
            </a:r>
          </a:p>
          <a:p>
            <a:pPr>
              <a:defRPr sz="2400"/>
            </a:pPr>
            <a:r>
              <a:t>Section 15 of 15.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5120">
                <a:tc>
                  <a:txBody>
                    <a:bodyPr/>
                    <a:lstStyle/>
                    <a:p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 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