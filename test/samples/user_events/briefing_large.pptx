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WPS automation briefing - section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5156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Test fixture: navigate, insert slides, save and present.</a:t>
            </a:r>
          </a:p>
          <a:p>
            <a:pPr>
              <a:defRPr sz="2400"/>
            </a:pPr>
            <a:r>
              <a:t>Section 1 of 40.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3108960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325120">
                <a:tc>
                  <a:txBody>
                    <a:bodyPr/>
                    <a:lstStyle/>
                    <a:p>
                      <a:r>
                        <a:t>Item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WPS automation briefing - section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5156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Test fixture: navigate, insert slides, save and present.</a:t>
            </a:r>
          </a:p>
          <a:p>
            <a:pPr>
              <a:defRPr sz="2400"/>
            </a:pPr>
            <a:r>
              <a:t>Section 2 of 40.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3108960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325120">
                <a:tc>
                  <a:txBody>
                    <a:bodyPr/>
                    <a:lstStyle/>
                    <a:p>
                      <a:r>
                        <a:t>Item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WPS automation briefing - section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5156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Test fixture: navigate, insert slides, save and present.</a:t>
            </a:r>
          </a:p>
          <a:p>
            <a:pPr>
              <a:defRPr sz="2400"/>
            </a:pPr>
            <a:r>
              <a:t>Section 3 of 40.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3108960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325120">
                <a:tc>
                  <a:txBody>
                    <a:bodyPr/>
                    <a:lstStyle/>
                    <a:p>
                      <a:r>
                        <a:t>Item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WPS automation briefing - section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5156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Test fixture: navigate, insert slides, save and present.</a:t>
            </a:r>
          </a:p>
          <a:p>
            <a:pPr>
              <a:defRPr sz="2400"/>
            </a:pPr>
            <a:r>
              <a:t>Section 4 of 40.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3108960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325120">
                <a:tc>
                  <a:txBody>
                    <a:bodyPr/>
                    <a:lstStyle/>
                    <a:p>
                      <a:r>
                        <a:t>Item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WPS automation briefing - section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5156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Test fixture: navigate, insert slides, save and present.</a:t>
            </a:r>
          </a:p>
          <a:p>
            <a:pPr>
              <a:defRPr sz="2400"/>
            </a:pPr>
            <a:r>
              <a:t>Section 5 of 40.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3108960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325120">
                <a:tc>
                  <a:txBody>
                    <a:bodyPr/>
                    <a:lstStyle/>
                    <a:p>
                      <a:r>
                        <a:t>Item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WPS automation briefing - section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5156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Test fixture: navigate, insert slides, save and present.</a:t>
            </a:r>
          </a:p>
          <a:p>
            <a:pPr>
              <a:defRPr sz="2400"/>
            </a:pPr>
            <a:r>
              <a:t>Section 6 of 40.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3108960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325120">
                <a:tc>
                  <a:txBody>
                    <a:bodyPr/>
                    <a:lstStyle/>
                    <a:p>
                      <a:r>
                        <a:t>Item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270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WPS automation briefing - section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5156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Test fixture: navigate, insert slides, save and present.</a:t>
            </a:r>
          </a:p>
          <a:p>
            <a:pPr>
              <a:defRPr sz="2400"/>
            </a:pPr>
            <a:r>
              <a:t>Section 7 of 40.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3108960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325120">
                <a:tc>
                  <a:txBody>
                    <a:bodyPr/>
                    <a:lstStyle/>
                    <a:p>
                      <a:r>
                        <a:t>Item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315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WPS automation briefing - section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5156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Test fixture: navigate, insert slides, save and present.</a:t>
            </a:r>
          </a:p>
          <a:p>
            <a:pPr>
              <a:defRPr sz="2400"/>
            </a:pPr>
            <a:r>
              <a:t>Section 8 of 40.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3108960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325120">
                <a:tc>
                  <a:txBody>
                    <a:bodyPr/>
                    <a:lstStyle/>
                    <a:p>
                      <a:r>
                        <a:t>Item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320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360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WPS automation briefing - section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5156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Test fixture: navigate, insert slides, save and present.</a:t>
            </a:r>
          </a:p>
          <a:p>
            <a:pPr>
              <a:defRPr sz="2400"/>
            </a:pPr>
            <a:r>
              <a:t>Section 9 of 40.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3108960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325120">
                <a:tc>
                  <a:txBody>
                    <a:bodyPr/>
                    <a:lstStyle/>
                    <a:p>
                      <a:r>
                        <a:t>Item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270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315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360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WPS automation briefing - section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5156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Test fixture: navigate, insert slides, save and present.</a:t>
            </a:r>
          </a:p>
          <a:p>
            <a:pPr>
              <a:defRPr sz="2400"/>
            </a:pPr>
            <a:r>
              <a:t>Section 10 of 40.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3108960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325120">
                <a:tc>
                  <a:txBody>
                    <a:bodyPr/>
                    <a:lstStyle/>
                    <a:p>
                      <a:r>
                        <a:t>Item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350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WPS automation briefing - section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5156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Test fixture: navigate, insert slides, save and present.</a:t>
            </a:r>
          </a:p>
          <a:p>
            <a:pPr>
              <a:defRPr sz="2400"/>
            </a:pPr>
            <a:r>
              <a:t>Section 11 of 40.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3108960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325120">
                <a:tc>
                  <a:txBody>
                    <a:bodyPr/>
                    <a:lstStyle/>
                    <a:p>
                      <a:r>
                        <a:t>Item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275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330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385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440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495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WPS automation briefing - section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5156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Test fixture: navigate, insert slides, save and present.</a:t>
            </a:r>
          </a:p>
          <a:p>
            <a:pPr>
              <a:defRPr sz="2400"/>
            </a:pPr>
            <a:r>
              <a:t>Section 12 of 40.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3108960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325120">
                <a:tc>
                  <a:txBody>
                    <a:bodyPr/>
                    <a:lstStyle/>
                    <a:p>
                      <a:r>
                        <a:t>Item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360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480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540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WPS automation briefing - section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5156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Test fixture: navigate, insert slides, save and present.</a:t>
            </a:r>
          </a:p>
          <a:p>
            <a:pPr>
              <a:defRPr sz="2400"/>
            </a:pPr>
            <a:r>
              <a:t>Section 13 of 40.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3108960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325120">
                <a:tc>
                  <a:txBody>
                    <a:bodyPr/>
                    <a:lstStyle/>
                    <a:p>
                      <a:r>
                        <a:t>Item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260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325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390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520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585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WPS automation briefing - section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5156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Test fixture: navigate, insert slides, save and present.</a:t>
            </a:r>
          </a:p>
          <a:p>
            <a:pPr>
              <a:defRPr sz="2400"/>
            </a:pPr>
            <a:r>
              <a:t>Section 14 of 40.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3108960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325120">
                <a:tc>
                  <a:txBody>
                    <a:bodyPr/>
                    <a:lstStyle/>
                    <a:p>
                      <a:r>
                        <a:t>Item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350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490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560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630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WPS automation briefing - section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5156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Test fixture: navigate, insert slides, save and present.</a:t>
            </a:r>
          </a:p>
          <a:p>
            <a:pPr>
              <a:defRPr sz="2400"/>
            </a:pPr>
            <a:r>
              <a:t>Section 15 of 40.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3108960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325120">
                <a:tc>
                  <a:txBody>
                    <a:bodyPr/>
                    <a:lstStyle/>
                    <a:p>
                      <a:r>
                        <a:t>Item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375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525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675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WPS automation briefing - section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5156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Test fixture: navigate, insert slides, save and present.</a:t>
            </a:r>
          </a:p>
          <a:p>
            <a:pPr>
              <a:defRPr sz="2400"/>
            </a:pPr>
            <a:r>
              <a:t>Section 16 of 40.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3108960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325120">
                <a:tc>
                  <a:txBody>
                    <a:bodyPr/>
                    <a:lstStyle/>
                    <a:p>
                      <a:r>
                        <a:t>Item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320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480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560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640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720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WPS automation briefing - section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5156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Test fixture: navigate, insert slides, save and present.</a:t>
            </a:r>
          </a:p>
          <a:p>
            <a:pPr>
              <a:defRPr sz="2400"/>
            </a:pPr>
            <a:r>
              <a:t>Section 17 of 40.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3108960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325120">
                <a:tc>
                  <a:txBody>
                    <a:bodyPr/>
                    <a:lstStyle/>
                    <a:p>
                      <a:r>
                        <a:t>Item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340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510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595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680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765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WPS automation briefing - section 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5156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Test fixture: navigate, insert slides, save and present.</a:t>
            </a:r>
          </a:p>
          <a:p>
            <a:pPr>
              <a:defRPr sz="2400"/>
            </a:pPr>
            <a:r>
              <a:t>Section 18 of 40.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3108960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325120">
                <a:tc>
                  <a:txBody>
                    <a:bodyPr/>
                    <a:lstStyle/>
                    <a:p>
                      <a:r>
                        <a:t>Item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270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360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540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630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720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810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WPS automation briefing - section 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5156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Test fixture: navigate, insert slides, save and present.</a:t>
            </a:r>
          </a:p>
          <a:p>
            <a:pPr>
              <a:defRPr sz="2400"/>
            </a:pPr>
            <a:r>
              <a:t>Section 19 of 40.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3108960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325120">
                <a:tc>
                  <a:txBody>
                    <a:bodyPr/>
                    <a:lstStyle/>
                    <a:p>
                      <a:r>
                        <a:t>Item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380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475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570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665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760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855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WPS automation briefing - section 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5156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Test fixture: navigate, insert slides, save and present.</a:t>
            </a:r>
          </a:p>
          <a:p>
            <a:pPr>
              <a:defRPr sz="2400"/>
            </a:pPr>
            <a:r>
              <a:t>Section 20 of 40.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3108960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325120">
                <a:tc>
                  <a:txBody>
                    <a:bodyPr/>
                    <a:lstStyle/>
                    <a:p>
                      <a:r>
                        <a:t>Item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700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800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WPS automation briefing - section 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5156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Test fixture: navigate, insert slides, save and present.</a:t>
            </a:r>
          </a:p>
          <a:p>
            <a:pPr>
              <a:defRPr sz="2400"/>
            </a:pPr>
            <a:r>
              <a:t>Section 21 of 40.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3108960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325120">
                <a:tc>
                  <a:txBody>
                    <a:bodyPr/>
                    <a:lstStyle/>
                    <a:p>
                      <a:r>
                        <a:t>Item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315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525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630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735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840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945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WPS automation briefing - section 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5156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Test fixture: navigate, insert slides, save and present.</a:t>
            </a:r>
          </a:p>
          <a:p>
            <a:pPr>
              <a:defRPr sz="2400"/>
            </a:pPr>
            <a:r>
              <a:t>Section 22 of 40.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3108960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325120">
                <a:tc>
                  <a:txBody>
                    <a:bodyPr/>
                    <a:lstStyle/>
                    <a:p>
                      <a:r>
                        <a:t>Item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330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440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550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660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770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WPS automation briefing - section 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5156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Test fixture: navigate, insert slides, save and present.</a:t>
            </a:r>
          </a:p>
          <a:p>
            <a:pPr>
              <a:defRPr sz="2400"/>
            </a:pPr>
            <a:r>
              <a:t>Section 23 of 40.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3108960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325120">
                <a:tc>
                  <a:txBody>
                    <a:bodyPr/>
                    <a:lstStyle/>
                    <a:p>
                      <a:r>
                        <a:t>Item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230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345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460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575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690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805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920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207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1035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WPS automation briefing - section 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5156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Test fixture: navigate, insert slides, save and present.</a:t>
            </a:r>
          </a:p>
          <a:p>
            <a:pPr>
              <a:defRPr sz="2400"/>
            </a:pPr>
            <a:r>
              <a:t>Section 24 of 40.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3108960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325120">
                <a:tc>
                  <a:txBody>
                    <a:bodyPr/>
                    <a:lstStyle/>
                    <a:p>
                      <a:r>
                        <a:t>Item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360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480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720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840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960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216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1080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WPS automation briefing - section 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5156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Test fixture: navigate, insert slides, save and present.</a:t>
            </a:r>
          </a:p>
          <a:p>
            <a:pPr>
              <a:defRPr sz="2400"/>
            </a:pPr>
            <a:r>
              <a:t>Section 25 of 40.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3108960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325120">
                <a:tc>
                  <a:txBody>
                    <a:bodyPr/>
                    <a:lstStyle/>
                    <a:p>
                      <a:r>
                        <a:t>Item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375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625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750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875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225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1125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WPS automation briefing - section 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5156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Test fixture: navigate, insert slides, save and present.</a:t>
            </a:r>
          </a:p>
          <a:p>
            <a:pPr>
              <a:defRPr sz="2400"/>
            </a:pPr>
            <a:r>
              <a:t>Section 26 of 40.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3108960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325120">
                <a:tc>
                  <a:txBody>
                    <a:bodyPr/>
                    <a:lstStyle/>
                    <a:p>
                      <a:r>
                        <a:t>Item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260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390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520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650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780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910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208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1040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234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1170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WPS automation briefing - section 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5156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Test fixture: navigate, insert slides, save and present.</a:t>
            </a:r>
          </a:p>
          <a:p>
            <a:pPr>
              <a:defRPr sz="2400"/>
            </a:pPr>
            <a:r>
              <a:t>Section 27 of 40.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3108960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325120">
                <a:tc>
                  <a:txBody>
                    <a:bodyPr/>
                    <a:lstStyle/>
                    <a:p>
                      <a:r>
                        <a:t>Item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270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540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675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810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945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216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1080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243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1215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WPS automation briefing - section 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5156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Test fixture: navigate, insert slides, save and present.</a:t>
            </a:r>
          </a:p>
          <a:p>
            <a:pPr>
              <a:defRPr sz="2400"/>
            </a:pPr>
            <a:r>
              <a:t>Section 28 of 40.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3108960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325120">
                <a:tc>
                  <a:txBody>
                    <a:bodyPr/>
                    <a:lstStyle/>
                    <a:p>
                      <a:r>
                        <a:t>Item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560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700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840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980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224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1120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252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1260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WPS automation briefing - section 29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5156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Test fixture: navigate, insert slides, save and present.</a:t>
            </a:r>
          </a:p>
          <a:p>
            <a:pPr>
              <a:defRPr sz="2400"/>
            </a:pPr>
            <a:r>
              <a:t>Section 29 of 40.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3108960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325120">
                <a:tc>
                  <a:txBody>
                    <a:bodyPr/>
                    <a:lstStyle/>
                    <a:p>
                      <a:r>
                        <a:t>Item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290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435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580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725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870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203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1015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232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1160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261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1305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WPS automation briefing - section 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5156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Test fixture: navigate, insert slides, save and present.</a:t>
            </a:r>
          </a:p>
          <a:p>
            <a:pPr>
              <a:defRPr sz="2400"/>
            </a:pPr>
            <a:r>
              <a:t>Section 30 of 40.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3108960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325120">
                <a:tc>
                  <a:txBody>
                    <a:bodyPr/>
                    <a:lstStyle/>
                    <a:p>
                      <a:r>
                        <a:t>Item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750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900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210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1050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240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270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1350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WPS automation briefing - section 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5156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Test fixture: navigate, insert slides, save and present.</a:t>
            </a:r>
          </a:p>
          <a:p>
            <a:pPr>
              <a:defRPr sz="2400"/>
            </a:pPr>
            <a:r>
              <a:t>Section 31 of 40.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3108960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325120">
                <a:tc>
                  <a:txBody>
                    <a:bodyPr/>
                    <a:lstStyle/>
                    <a:p>
                      <a:r>
                        <a:t>Item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310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465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620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775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930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217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1085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248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1240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279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1395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WPS automation briefing - section 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5156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Test fixture: navigate, insert slides, save and present.</a:t>
            </a:r>
          </a:p>
          <a:p>
            <a:pPr>
              <a:defRPr sz="2400"/>
            </a:pPr>
            <a:r>
              <a:t>Section 32 of 40.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3108960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325120">
                <a:tc>
                  <a:txBody>
                    <a:bodyPr/>
                    <a:lstStyle/>
                    <a:p>
                      <a:r>
                        <a:t>Item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320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480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640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800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960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224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1120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256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1280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288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1440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WPS automation briefing - section 33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5156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Test fixture: navigate, insert slides, save and present.</a:t>
            </a:r>
          </a:p>
          <a:p>
            <a:pPr>
              <a:defRPr sz="2400"/>
            </a:pPr>
            <a:r>
              <a:t>Section 33 of 40.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3108960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325120">
                <a:tc>
                  <a:txBody>
                    <a:bodyPr/>
                    <a:lstStyle/>
                    <a:p>
                      <a:r>
                        <a:t>Item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330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495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660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825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231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1155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264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1320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297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1485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WPS automation briefing - section 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5156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Test fixture: navigate, insert slides, save and present.</a:t>
            </a:r>
          </a:p>
          <a:p>
            <a:pPr>
              <a:defRPr sz="2400"/>
            </a:pPr>
            <a:r>
              <a:t>Section 34 of 40.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3108960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325120">
                <a:tc>
                  <a:txBody>
                    <a:bodyPr/>
                    <a:lstStyle/>
                    <a:p>
                      <a:r>
                        <a:t>Item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340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510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680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850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204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1020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238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1190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272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1360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306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1530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WPS automation briefing - section 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5156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Test fixture: navigate, insert slides, save and present.</a:t>
            </a:r>
          </a:p>
          <a:p>
            <a:pPr>
              <a:defRPr sz="2400"/>
            </a:pPr>
            <a:r>
              <a:t>Section 35 of 40.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3108960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325120">
                <a:tc>
                  <a:txBody>
                    <a:bodyPr/>
                    <a:lstStyle/>
                    <a:p>
                      <a:r>
                        <a:t>Item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350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525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700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875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210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1050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245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1225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280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1400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315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1575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WPS automation briefing - section 36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5156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Test fixture: navigate, insert slides, save and present.</a:t>
            </a:r>
          </a:p>
          <a:p>
            <a:pPr>
              <a:defRPr sz="2400"/>
            </a:pPr>
            <a:r>
              <a:t>Section 36 of 40.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3108960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325120">
                <a:tc>
                  <a:txBody>
                    <a:bodyPr/>
                    <a:lstStyle/>
                    <a:p>
                      <a:r>
                        <a:t>Item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360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540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720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900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216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1080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252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1260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288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1440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324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1620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WPS automation briefing - section 37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5156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Test fixture: navigate, insert slides, save and present.</a:t>
            </a:r>
          </a:p>
          <a:p>
            <a:pPr>
              <a:defRPr sz="2400"/>
            </a:pPr>
            <a:r>
              <a:t>Section 37 of 40.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3108960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325120">
                <a:tc>
                  <a:txBody>
                    <a:bodyPr/>
                    <a:lstStyle/>
                    <a:p>
                      <a:r>
                        <a:t>Item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370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555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740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925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222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1110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259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1295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296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1480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333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1665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WPS automation briefing - section 38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5156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Test fixture: navigate, insert slides, save and present.</a:t>
            </a:r>
          </a:p>
          <a:p>
            <a:pPr>
              <a:defRPr sz="2400"/>
            </a:pPr>
            <a:r>
              <a:t>Section 38 of 40.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3108960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325120">
                <a:tc>
                  <a:txBody>
                    <a:bodyPr/>
                    <a:lstStyle/>
                    <a:p>
                      <a:r>
                        <a:t>Item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380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570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760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950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228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1140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266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1330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304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1520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342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1710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WPS automation briefing - section 39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5156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Test fixture: navigate, insert slides, save and present.</a:t>
            </a:r>
          </a:p>
          <a:p>
            <a:pPr>
              <a:defRPr sz="2400"/>
            </a:pPr>
            <a:r>
              <a:t>Section 39 of 40.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3108960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325120">
                <a:tc>
                  <a:txBody>
                    <a:bodyPr/>
                    <a:lstStyle/>
                    <a:p>
                      <a:r>
                        <a:t>Item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390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585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780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975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234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1170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273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1365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312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1560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351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1755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WPS automation briefing - section 40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5156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Test fixture: navigate, insert slides, save and present.</a:t>
            </a:r>
          </a:p>
          <a:p>
            <a:pPr>
              <a:defRPr sz="2400"/>
            </a:pPr>
            <a:r>
              <a:t>Section 40 of 40.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3108960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325120">
                <a:tc>
                  <a:txBody>
                    <a:bodyPr/>
                    <a:lstStyle/>
                    <a:p>
                      <a:r>
                        <a:t>Item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800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240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280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1400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320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1600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360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